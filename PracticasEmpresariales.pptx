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91440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14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PROYECTO FORMATIVO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de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Empresariales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  ·  Multi-tenant  ·  NestJS + PostgreSQL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>
              <a:alpha val="70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 ·  2025 –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centros de formación del SENA gestionaban las prácticas empresariales de forma fragmentada, sin una plataforma unificada, lo que generaba: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FFCCC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856232"/>
            <a:ext cx="502920" cy="5029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 y en papel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16712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Bitácoras, actas de seguimiento y documentos se manejaban físicamente, sin trazabilidad ni respaldo digital.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FFCCC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73752" y="1856232"/>
            <a:ext cx="502920" cy="5029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7830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 de control de roles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216712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usuario podía acceder a información de otros aprendices, instructores o centros sin restricciones.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2918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FFCCC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" y="3456432"/>
            <a:ext cx="502920" cy="5029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83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del estado de prácticas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76732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existía forma centralizada de conocer en qué etapa se encontraba cada aprendiz ni qué documentos faltaban.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2918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FFCCCC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3752" y="3456432"/>
            <a:ext cx="502920" cy="502920"/>
          </a:xfrm>
          <a:prstGeom prst="ellipse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0" y="3383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aislados por dependencia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76732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coordinador manejaba su propia información sin integración con el ERP institucional, generando inconsistencias.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75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backend integral, segura y multi-tenant para la gestión completa del ciclo de prácticas empresariales en los centros de formación del SENA, integrando un ERP institucional con un módulo especializado de prácticas bajo arquitectura hexagonal.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2304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78892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788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724912"/>
            <a:ext cx="8001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autenticación segura con JWT y control de acceso basado en roles (admin, docente, estudiante) usando Row-Level Security en PostgreSQL.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" y="338328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319272"/>
            <a:ext cx="8001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ERP multi-tenant (backend-epsas) que gestione usuarios, centros, sedes, programas y matrículas de forma aislada por tenant.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397764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3913632"/>
            <a:ext cx="8001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módulo de prácticas con arquitectura hexagonal que gestione asignaciones, bitácoras, seguimientos, observaciones y documentos.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4572000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4572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507992"/>
            <a:ext cx="8001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caché distribuida con Redis y cola de tareas con BullMQ para garantizar escalabilidad y alto rendimiento.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backends especializados trabajando en conjunto para resolver cada aspecto del problema: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6733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Centralizado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2084832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backend-epsas provee la capa de identidad, tenancy y datos maestros. Un solo punto de verdad para usuarios, centros y programas.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6916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91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41848" y="167335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Prácticas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41848" y="2084832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backend-practica-hexagonal gestiona el ciclo completo: asignación, seguimiento, documentación y cierre de prácticas.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200400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38328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33649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Capas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07008" y="3776472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RLS en PostgreSQL + ReBAC garantizan que cada usuario vea solo sus datos, sin importar el rol o el centro.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4069080" cy="1508760"/>
          </a:xfrm>
          <a:prstGeom prst="roundRect">
            <a:avLst>
              <a:gd name="adj" fmla="val 727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38328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41848" y="33649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Sin Fricciones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41848" y="3776472"/>
            <a:ext cx="3063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de prácticas consume el ERP via HTTP con el mismo JWT, sin duplicar datos maestros ni autenticación.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en Resumen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 para la gestión del ciclo completo de prácticas empresariales en centros SENA. Conecta aprendices, instructores y empresas en un ecosistema seguro, multi-tenant y de alto rendimiento.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8745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3182112"/>
            <a:ext cx="23225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Centro de Formación opera con datos aislados y configuración propia por aplicativo.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8745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743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RLS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47872" y="3182112"/>
            <a:ext cx="23225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 PostgreSQL + JWT garantiza visibilidad estricta por rol de usuario.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1737360"/>
            <a:ext cx="2651760" cy="31089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60920" y="18745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74320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Cohesión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65392" y="3182112"/>
            <a:ext cx="232257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 con puertos y adaptadores para máxima mantenibilidad y testabilidad.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749040"/>
          </a:xfrm>
          <a:prstGeom prst="roundRect">
            <a:avLst>
              <a:gd name="adj" fmla="val 3659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backend-epsas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3533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Core / Gestión Institucional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Autenticación JWT + Cookies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Multi-tenant (Aplicativo)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ReBAC – Control de acceso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083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Usuarios, Roles, Módulos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381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Centros, Sedes, Ambientes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8679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Programas, Matrículas, Personas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2743200"/>
            <a:ext cx="59436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46888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0" y="914400"/>
            <a:ext cx="3931920" cy="3749040"/>
          </a:xfrm>
          <a:prstGeom prst="roundRect">
            <a:avLst>
              <a:gd name="adj" fmla="val 365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9144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backend-practica-hexagonal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3533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Prácticas Empresariales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492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Arquitectura Hexagonal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Puertos &amp; Adaptadores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74920" y="2578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RLS por rol (admin/docente/aprendiz)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30083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Caché Redis / in-memory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34381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Subida de archivos (Multer)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3867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Integración ERP via HTTP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0" y="4773168"/>
            <a:ext cx="6949440" cy="274320"/>
          </a:xfrm>
          <a:prstGeom prst="roundRect">
            <a:avLst>
              <a:gd name="adj" fmla="val 16667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47731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·  TypeORM  ·  Redis  ·  NestJS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backend-epsas — ERP Institucional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097280"/>
            <a:ext cx="54864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&amp; Autorización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HttpOnly cookie (8h), bcrypt, JwtAuthGuard, TenantGuard, ReBAC por servicio-permiso.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9472" y="1097280"/>
            <a:ext cx="54864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0515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47488" y="14173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tenant = un Aplicativo. Aislamiento completo por aplicativoId en cada request.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2514600"/>
            <a:ext cx="54864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Académica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8346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Departamentos, Municipios, Centros, Sedes, Ambientes, Programas, Cursos, Matrículas.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9472" y="2514600"/>
            <a:ext cx="54864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468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&amp; Accesos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28346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Credenciales, Roles, Módulos, Servicios, Permisos. Log asíncrono con BullMQ.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79476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3931920"/>
            <a:ext cx="54864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&amp; Notificaciones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425196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matrículas. Sistema de notificaciones asíncrono via Redis Queue.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794760"/>
            <a:ext cx="411480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3931920"/>
            <a:ext cx="54864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8862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Documentación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47488" y="425196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Prefijo /api · Swagger /api/docs · CORS Angular · ValidationPipe whitelist.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backend-practica-hexagonal — Módulos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1069848"/>
            <a:ext cx="54864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33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Asignaciones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3990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aprendiz, empresa e instructor para la práctica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9472" y="1069848"/>
            <a:ext cx="54864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7488" y="1033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Práctica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47488" y="139903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ciclo de vida de la práctica empresarial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2121408"/>
            <a:ext cx="54864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084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24505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actividades del aprendiz (con archivo adjunto)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0116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9472" y="2121408"/>
            <a:ext cx="54864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20848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47488" y="245059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Actas de visita generadas por el instructor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" y="3172968"/>
            <a:ext cx="54864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136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35021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 y alertas por rol sobre el proceso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0632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19472" y="3172968"/>
            <a:ext cx="54864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1363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47488" y="350215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descargables de documentos oficiales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41148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8912" y="4224528"/>
            <a:ext cx="54864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187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6928" y="45537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documentos subidos por el aprendiz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148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19472" y="4224528"/>
            <a:ext cx="54864" cy="6949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41879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/ Modalidad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47488" y="45537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empresas y tipos de práctica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que impulsan el sistema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1C3561"/>
          </a:solidFill>
          <a:ln w="12700">
            <a:solidFill>
              <a:srgbClr val="2E5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1540" y="1307592"/>
            <a:ext cx="73152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1540" y="13075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8562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2313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14300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1C3561"/>
          </a:solidFill>
          <a:ln w="12700">
            <a:solidFill>
              <a:srgbClr val="2E5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58668" y="1307592"/>
            <a:ext cx="731520" cy="457200"/>
          </a:xfrm>
          <a:prstGeom prst="ellipse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58668" y="13075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41448" y="18562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41448" y="2313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14300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1C3561"/>
          </a:solidFill>
          <a:ln w="12700">
            <a:solidFill>
              <a:srgbClr val="2E5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5796" y="1307592"/>
            <a:ext cx="731520" cy="457200"/>
          </a:xfrm>
          <a:prstGeom prst="ellipse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25796" y="13075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08576" y="18562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08576" y="2313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75704" y="114300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1C3561"/>
          </a:solidFill>
          <a:ln w="12700">
            <a:solidFill>
              <a:srgbClr val="2E5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92924" y="1307592"/>
            <a:ext cx="731520" cy="457200"/>
          </a:xfrm>
          <a:prstGeom prst="ellipse">
            <a:avLst/>
          </a:prstGeom>
          <a:solidFill>
            <a:srgbClr val="E83524"/>
          </a:solidFill>
          <a:ln w="12700">
            <a:solidFill>
              <a:srgbClr val="E835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2924" y="13075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75704" y="18562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75704" y="2313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1C3561"/>
          </a:solidFill>
          <a:ln w="12700">
            <a:solidFill>
              <a:srgbClr val="2E5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91540" y="3136392"/>
            <a:ext cx="731520" cy="457200"/>
          </a:xfrm>
          <a:prstGeom prst="ellipse">
            <a:avLst/>
          </a:prstGeom>
          <a:solidFill>
            <a:srgbClr val="D82C20"/>
          </a:solidFill>
          <a:ln w="12700">
            <a:solidFill>
              <a:srgbClr val="D82C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1540" y="3136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" y="36850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BullMQ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74320" y="4142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&amp; Colas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41448" y="297180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1C3561"/>
          </a:solidFill>
          <a:ln w="12700">
            <a:solidFill>
              <a:srgbClr val="2E5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58668" y="3136392"/>
            <a:ext cx="73152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58668" y="3136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41448" y="36850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441448" y="4142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08576" y="297180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1C3561"/>
          </a:solidFill>
          <a:ln w="12700">
            <a:solidFill>
              <a:srgbClr val="2E5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25796" y="3136392"/>
            <a:ext cx="73152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25796" y="3136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08576" y="36850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608576" y="4142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75704" y="297180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1C3561"/>
          </a:solidFill>
          <a:ln w="12700">
            <a:solidFill>
              <a:srgbClr val="2E5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92924" y="3136392"/>
            <a:ext cx="731520" cy="457200"/>
          </a:xfrm>
          <a:prstGeom prst="ellipse">
            <a:avLst/>
          </a:prstGeom>
          <a:solidFill>
            <a:srgbClr val="3AB03E"/>
          </a:solidFill>
          <a:ln w="12700">
            <a:solidFill>
              <a:srgbClr val="3AB0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92924" y="31363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75704" y="3685032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775704" y="41422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&amp; Flujo de Request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993392" cy="3200400"/>
          </a:xfrm>
          <a:prstGeom prst="roundRect">
            <a:avLst>
              <a:gd name="adj" fmla="val 55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5256" y="1078992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0789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JwtExtractor Middleware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048" y="2560320"/>
            <a:ext cx="1773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 JWT sin verificar firma (base64url). Lee cookie 'token' o header Bearer. Mapea cargo a rol (admin/docente/estudiante).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914400"/>
            <a:ext cx="1993392" cy="3200400"/>
          </a:xfrm>
          <a:prstGeom prst="roundRect">
            <a:avLst>
              <a:gd name="adj" fmla="val 550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72384" y="1078992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2384" y="10789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32888" y="190195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RlsGuard (APP_GUARD)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51176" y="2560320"/>
            <a:ext cx="1773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 requests sin usuario (salvo @Public()). Verifica roles cuando @Roles(...) está presente.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914400"/>
            <a:ext cx="1993392" cy="3200400"/>
          </a:xfrm>
          <a:prstGeom prst="roundRect">
            <a:avLst>
              <a:gd name="adj" fmla="val 550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39512" y="1078992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9512" y="10789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00016" y="190195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RlsSubscriber (PG)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18304" y="2560320"/>
            <a:ext cx="1773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app.current_user_id / rol / centro_id en cada conexión pg. RLS de PostgreSQL filtra filas automáticamente.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75704" y="914400"/>
            <a:ext cx="1993392" cy="3200400"/>
          </a:xfrm>
          <a:prstGeom prst="roundRect">
            <a:avLst>
              <a:gd name="adj" fmla="val 5505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6640" y="1078992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07899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67144" y="1901952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AppCacheService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85432" y="2560320"/>
            <a:ext cx="1773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Caché tenant-aware: admin comparte por centro; docente/estudiante aislado por usuario. TTL 30s. Redis o in-memory.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capa agrega contexto de seguridad antes de llegar al controlador — datos siempre filtrados por tenant y rol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657600" cy="36576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427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24358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152144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doble backend: ERP institucional (backend-epsas) + módulo especializado de prácticas (hexagonal).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65376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427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920240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hexagonal: desacoplamiento total con puertos y adaptadores — fácil de testear y escalar.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33472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427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77977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2688336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capas: JWT, Row-Level Security en PostgreSQL, ReBAC y caché multi-tenant.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01568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427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54787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3456432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integral: aprendiz, empresa, instructor y coordinador en un único ecosistema conectado.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69664"/>
            <a:ext cx="8046720" cy="658368"/>
          </a:xfrm>
          <a:prstGeom prst="roundRect">
            <a:avLst>
              <a:gd name="adj" fmla="val 11111"/>
            </a:avLst>
          </a:prstGeom>
          <a:solidFill>
            <a:srgbClr val="142752"/>
          </a:solidFill>
          <a:ln w="6350">
            <a:solidFill>
              <a:srgbClr val="1E3A6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43159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07008" y="4224528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moderno — NestJS 11, TypeScript, Redis — preparado para producción.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Prácticas Empresariales</dc:title>
  <dc:subject>PptxGenJS Presentation</dc:subject>
  <dc:creator>Wilmer Samboni</dc:creator>
  <cp:lastModifiedBy>Wilmer Samboni</cp:lastModifiedBy>
  <cp:revision>1</cp:revision>
  <dcterms:created xsi:type="dcterms:W3CDTF">2026-06-30T13:38:07Z</dcterms:created>
  <dcterms:modified xsi:type="dcterms:W3CDTF">2026-06-30T13:38:07Z</dcterms:modified>
</cp:coreProperties>
</file>